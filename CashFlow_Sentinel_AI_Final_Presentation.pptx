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introduce the problem and explain this is a prototype using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claiming quantified market impact unless supported by external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that the agent is rule-based, not an LLM or trained predictive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dashboard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network propagation demo and CSV evidence. Explain the model is deterministic and not calibrated on real SME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limitation: UI role selection is not real identity authentication. Describe as application-level demo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Re-run tests and evidence script on the demo laptop before recording. Do not present the 22-pass result as laptop-verified until reproduced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candid about limitations strengthens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total presentation time: 7–9 minutes including short demo. Leave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CashFlow 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35D75"/>
                </a:solidFill>
              </a:defRPr>
            </a:pPr>
            <a:r>
              <a:t>From cash-flow visibility to controlled scenario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An explainable SME cash-flow decision-support prototype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Topic E — SME Finance Copilot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Presenter: M SHAHADAT HOSAIN ABIR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The SME cash-flow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SMEs can face liquidity pressure when customer payments arrive late.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A single delayed payment can affect planned supplier payments and operating expenses.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Owners need transparent options—not a black-box recommendation.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The prototype focuses on earlier visibility, scenario comparison and human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Cash-flow forecast from sample transactions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Payment-delay scenario simulation and baseline comparison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Rule-based recommendations with reasons and assumptions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Network propagation stress test across connected counterparties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Demo authorization policy and reproducible evidence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How the workflow operates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1. Load and validate transaction / network data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2. Compute baseline cash position and potential shortfall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3. Apply a delay shock and inspect downstream effects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4. Compare illustrative actions by impact, cost, feasibility and uncertainty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5. Present recommendations for human review; do not execute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Cashflow Shock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Models how a payment-delay shock may propagate over network edges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Uses explicit, inspectable liquidity-buffer assumptions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Reports deterministic scenario effects and hop depth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Designed as a stress-test lens—not a probability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Safety and control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Viewer: view-only; analyst: simulate/export; owner: review demo actions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Policy checks reject operations outside the selected permission tier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Review notes are sanitized; decisions are validated; demo audit fields are recorded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No external payment or financial action is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Evaluation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50606E"/>
                </a:solidFill>
              </a:defRPr>
            </a:pPr>
            <a:r>
              <a:t>Automated unit tests cover data loading, cash-flow logic, scenarios, agent behavior, network risk and policy checks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Build-environment result: 22 tests passed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Evidence script writes network-propagation and authorization CSV/JSON files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All example data are synthetic; results are not evidence of real-world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No trained model or calibrated payment-delay probabilities yet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Synthetic sample data only; real-world predictive performance is unverified</a:t>
            </a:r>
          </a:p>
          <a:p>
            <a:pPr>
              <a:spcAft>
                <a:spcPts val="1700"/>
              </a:spcAft>
              <a:defRPr sz="1700">
                <a:solidFill>
                  <a:srgbClr val="50606E"/>
                </a:solidFill>
              </a:defRPr>
            </a:pPr>
            <a:r>
              <a:t>Production requires authenticated identity, server-side RBAC, persistent audit logs and security review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Next: user interviews, realistic anonymized data, benchmark metrics and independent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</a:defRPr>
            </a:pPr>
            <a:r>
              <a:t>Demo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35D75"/>
                </a:solidFill>
              </a:defRPr>
            </a:pPr>
            <a:r>
              <a:t>Thank you |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Show baseline → payment-delay shock → action comparison → network propagation → permission checks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Explain one recommendation and its assumptions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Show generated evidence files and tests</a:t>
            </a:r>
          </a:p>
          <a:p>
            <a:pPr>
              <a:spcAft>
                <a:spcPts val="1700"/>
              </a:spcAft>
              <a:defRPr sz="2000">
                <a:solidFill>
                  <a:srgbClr val="50606E"/>
                </a:solidFill>
              </a:defRPr>
            </a:pPr>
            <a:r>
              <a:t>Goal: make SME cash-flow decisions more transparent, testable and human-controlled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06E"/>
                </a:solidFill>
              </a:defRPr>
            </a:pPr>
            <a:r>
              <a:t>CashFlow Sentinel AI | SME Finance Copilot | Demo uses synthetic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